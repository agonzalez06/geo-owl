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6" r:id="rId5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FEF5E2-0606-48BA-A08D-ED2D484E3D6D}" v="1" dt="2025-09-13T20:28:46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2FC73F6-03A3-45E3-AA8C-B27F5B5DFBC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047CEE1-5230-4CD9-894D-988646366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658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Redistribution Guidelines by Unit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389538"/>
              </p:ext>
            </p:extLst>
          </p:nvPr>
        </p:nvGraphicFramePr>
        <p:xfrm>
          <a:off x="457200" y="1371600"/>
          <a:ext cx="8229600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dirty="0"/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 dirty="0"/>
                        <a:t>Direct Care Teams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 dirty="0"/>
                        <a:t>Teaching Teams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3W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1F4E79"/>
                          </a:solidFill>
                        </a:rPr>
                        <a:t>Med 1–3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Any teaching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t>3 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1F4E79"/>
                          </a:solidFill>
                        </a:rPr>
                        <a:t>Med 1–3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C00000"/>
                          </a:solidFill>
                        </a:rPr>
                        <a:t>Med I &amp; 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4 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1F4E79"/>
                          </a:solidFill>
                        </a:rPr>
                        <a:t>Med 4 &amp; </a:t>
                      </a:r>
                      <a:r>
                        <a:rPr b="1" dirty="0" smtClean="0">
                          <a:solidFill>
                            <a:srgbClr val="1F4E79"/>
                          </a:solidFill>
                        </a:rPr>
                        <a:t>1</a:t>
                      </a:r>
                      <a:r>
                        <a:rPr lang="en-US" b="1" dirty="0" smtClean="0">
                          <a:solidFill>
                            <a:srgbClr val="1F4E79"/>
                          </a:solidFill>
                        </a:rPr>
                        <a:t>1</a:t>
                      </a:r>
                      <a:endParaRPr b="1" dirty="0">
                        <a:solidFill>
                          <a:srgbClr val="1F4E7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C00000"/>
                          </a:solidFill>
                        </a:rPr>
                        <a:t>Med I &amp; 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4 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1F4E79"/>
                          </a:solidFill>
                        </a:rPr>
                        <a:t>Med 4 &amp; </a:t>
                      </a:r>
                      <a:r>
                        <a:rPr b="1" dirty="0" smtClean="0">
                          <a:solidFill>
                            <a:srgbClr val="1F4E79"/>
                          </a:solidFill>
                        </a:rPr>
                        <a:t>1</a:t>
                      </a:r>
                      <a:r>
                        <a:rPr lang="en-US" b="1" dirty="0" smtClean="0">
                          <a:solidFill>
                            <a:srgbClr val="1F4E79"/>
                          </a:solidFill>
                        </a:rPr>
                        <a:t>1</a:t>
                      </a:r>
                      <a:endParaRPr b="1" dirty="0">
                        <a:solidFill>
                          <a:srgbClr val="1F4E7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C00000"/>
                          </a:solidFill>
                        </a:rPr>
                        <a:t>Any teaching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5 East &amp; 5 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1F4E79"/>
                          </a:solidFill>
                        </a:rPr>
                        <a:t>Med 5 &amp; </a:t>
                      </a:r>
                      <a:r>
                        <a:rPr b="1" dirty="0" smtClean="0">
                          <a:solidFill>
                            <a:srgbClr val="1F4E79"/>
                          </a:solidFill>
                        </a:rPr>
                        <a:t>1</a:t>
                      </a:r>
                      <a:r>
                        <a:rPr lang="en-US" b="1" dirty="0" smtClean="0">
                          <a:solidFill>
                            <a:srgbClr val="1F4E79"/>
                          </a:solidFill>
                        </a:rPr>
                        <a:t>0</a:t>
                      </a:r>
                      <a:endParaRPr b="1" dirty="0">
                        <a:solidFill>
                          <a:srgbClr val="1F4E7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C00000"/>
                          </a:solidFill>
                        </a:rPr>
                        <a:t>Med A–D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6 East &amp; 6 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1F4E79"/>
                          </a:solidFill>
                        </a:rPr>
                        <a:t>Med 6 &amp; 1</a:t>
                      </a:r>
                      <a:r>
                        <a:rPr lang="en-US" b="1" dirty="0">
                          <a:solidFill>
                            <a:srgbClr val="1F4E79"/>
                          </a:solidFill>
                        </a:rPr>
                        <a:t>2</a:t>
                      </a:r>
                      <a:endParaRPr b="1" dirty="0">
                        <a:solidFill>
                          <a:srgbClr val="1F4E7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C00000"/>
                          </a:solidFill>
                        </a:rPr>
                        <a:t>Any teaching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7 East &amp; 7 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1F4E79"/>
                          </a:solidFill>
                        </a:rPr>
                        <a:t>Med 7 &amp;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C00000"/>
                          </a:solidFill>
                        </a:rPr>
                        <a:t>Med E–H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8 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1F4E79"/>
                          </a:solidFill>
                        </a:rPr>
                        <a:t>Med 8 &amp; 1</a:t>
                      </a:r>
                      <a:r>
                        <a:rPr lang="en-US" b="1" dirty="0">
                          <a:solidFill>
                            <a:srgbClr val="1F4E79"/>
                          </a:solidFill>
                        </a:rPr>
                        <a:t>3</a:t>
                      </a:r>
                      <a:endParaRPr b="1" dirty="0">
                        <a:solidFill>
                          <a:srgbClr val="1F4E7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C00000"/>
                          </a:solidFill>
                        </a:rPr>
                        <a:t>Med E–H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9 West, Boyer, ONR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1F4E79"/>
                          </a:solidFill>
                        </a:rPr>
                        <a:t>Med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dirty="0">
                          <a:solidFill>
                            <a:srgbClr val="C00000"/>
                          </a:solidFill>
                        </a:rPr>
                        <a:t>Med I &amp; 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 smtClean="0"/>
                        <a:t>Overflow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1F4E79"/>
                          </a:solidFill>
                        </a:rPr>
                        <a:t>Med 13 &amp; 14</a:t>
                      </a:r>
                      <a:endParaRPr b="1" dirty="0">
                        <a:solidFill>
                          <a:srgbClr val="1F4E7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rgbClr val="C00000"/>
                          </a:solidFill>
                        </a:rPr>
                        <a:t>N/A</a:t>
                      </a:r>
                      <a:r>
                        <a:rPr lang="en-US" b="1" baseline="0" dirty="0" smtClean="0">
                          <a:solidFill>
                            <a:srgbClr val="C00000"/>
                          </a:solidFill>
                        </a:rPr>
                        <a:t> </a:t>
                      </a:r>
                      <a:endParaRPr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245571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64E1-C5A9-4122-88BB-C41C9ABB63A9}" type="datetime1">
              <a:rPr lang="en-US" smtClean="0"/>
              <a:t>1/7/2026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FD89626335004AA64C60E79C94B418" ma:contentTypeVersion="16" ma:contentTypeDescription="Create a new document." ma:contentTypeScope="" ma:versionID="808ef07ac7591669619a76b87ad80a2a">
  <xsd:schema xmlns:xsd="http://www.w3.org/2001/XMLSchema" xmlns:xs="http://www.w3.org/2001/XMLSchema" xmlns:p="http://schemas.microsoft.com/office/2006/metadata/properties" xmlns:ns3="e6817045-1b78-428d-a34d-8d0eb5178104" xmlns:ns4="3a5710ba-8ab3-4f5e-b68e-8c2611635fff" targetNamespace="http://schemas.microsoft.com/office/2006/metadata/properties" ma:root="true" ma:fieldsID="952c511c64f2df23d58b77fdd62f80c6" ns3:_="" ns4:_="">
    <xsd:import namespace="e6817045-1b78-428d-a34d-8d0eb5178104"/>
    <xsd:import namespace="3a5710ba-8ab3-4f5e-b68e-8c2611635ff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17045-1b78-428d-a34d-8d0eb51781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5710ba-8ab3-4f5e-b68e-8c2611635ff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6817045-1b78-428d-a34d-8d0eb5178104" xsi:nil="true"/>
  </documentManagement>
</p:properties>
</file>

<file path=customXml/itemProps1.xml><?xml version="1.0" encoding="utf-8"?>
<ds:datastoreItem xmlns:ds="http://schemas.openxmlformats.org/officeDocument/2006/customXml" ds:itemID="{2FCF7A28-4413-4488-A25F-31AC7A080C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817045-1b78-428d-a34d-8d0eb5178104"/>
    <ds:schemaRef ds:uri="3a5710ba-8ab3-4f5e-b68e-8c2611635f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F38243B-0910-4A79-8F70-3012D8E855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77953E-E144-4ED8-AC5F-B642E175AB5F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e6817045-1b78-428d-a34d-8d0eb5178104"/>
    <ds:schemaRef ds:uri="3a5710ba-8ab3-4f5e-b68e-8c2611635fff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6c85bf61-57fb-4362-80e2-2cd2d7bef6a0}" enabled="0" method="" siteId="{6c85bf61-57fb-4362-80e2-2cd2d7bef6a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109</Words>
  <Application>Microsoft Office PowerPoint</Application>
  <PresentationFormat>On-screen Show (4:3)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Redistribution Guidelines by Unit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Redistribution Guidelines by Unit</dc:title>
  <dc:subject/>
  <dc:creator>Mcgann, Lindsay K</dc:creator>
  <cp:keywords/>
  <dc:description>generated using python-pptx</dc:description>
  <cp:lastModifiedBy>Mcgann, Lindsay K</cp:lastModifiedBy>
  <cp:revision>5</cp:revision>
  <cp:lastPrinted>2026-01-07T17:44:58Z</cp:lastPrinted>
  <dcterms:created xsi:type="dcterms:W3CDTF">2013-01-27T09:14:16Z</dcterms:created>
  <dcterms:modified xsi:type="dcterms:W3CDTF">2026-01-07T17:45:26Z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0x010100E3FD89626335004AA64C60E79C94B418</vt:lpwstr>
  </property>
</Properties>
</file>